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670893"/>
            <a:ext cx="4953000" cy="1649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68" y="3701206"/>
            <a:ext cx="92630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DFBDC"/>
                </a:solidFill>
                <a:latin typeface="Plus Jakarta Sans"/>
              </a:rPr>
              <a:t>PROJEKTDOKUMENTÁCIÓ &amp; RENDSZERBEMUTATÓ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4468" y="4053631"/>
            <a:ext cx="92630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E6E6E6"/>
                </a:solidFill>
                <a:latin typeface="Plus Jakarta Sans"/>
              </a:rPr>
              <a:t>Modern, átfogó kalóriaszámláló és receptmegosztó platform közösségi funkciókkal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567" y="4882306"/>
            <a:ext cx="6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endParaRPr sz="900" b="0" i="0" u="none" dirty="0">
              <a:solidFill>
                <a:srgbClr val="6B8F7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1" y="3190875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Márka &amp; Eredet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A "WEZEN" Név Eredete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21" y="3190875"/>
            <a:ext cx="6169669" cy="23812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F2937"/>
                </a:solidFill>
                <a:latin typeface="Plus Jakarta Sans"/>
              </a:rPr>
              <a:t>Delta Canis Majoris (Wezen)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836" y="3598251"/>
            <a:ext cx="5417194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A Wezen a Nagy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Kutya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konstelláció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sárga-fehér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szuperóriás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csillaga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,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amely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az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égbolt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egyik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legfényesebb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legmasszívabb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96969"/>
                </a:solidFill>
                <a:latin typeface="Plus Jakarta Sans"/>
              </a:rPr>
              <a:t>csillaga</a:t>
            </a:r>
            <a:r>
              <a:rPr sz="1125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pic>
        <p:nvPicPr>
          <p:cNvPr id="18" name="Kép 17" descr="Wezen – Constellations of Words">
            <a:extLst>
              <a:ext uri="{FF2B5EF4-FFF2-40B4-BE49-F238E27FC236}">
                <a16:creationId xmlns:a16="http://schemas.microsoft.com/office/drawing/2014/main" id="{5E998FBC-7987-6C84-9543-0211BBE0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971" y="1280070"/>
            <a:ext cx="4869805" cy="46545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879F7A81-021D-F068-FCE2-AFF1740A5328}"/>
              </a:ext>
            </a:extLst>
          </p:cNvPr>
          <p:cNvSpPr txBox="1"/>
          <p:nvPr/>
        </p:nvSpPr>
        <p:spPr>
          <a:xfrm>
            <a:off x="331396" y="1407536"/>
            <a:ext cx="5481082" cy="72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7"/>
              </a:lnSpc>
            </a:pP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A </a:t>
            </a:r>
            <a:r>
              <a:rPr lang="hu-HU" sz="1125" dirty="0" err="1">
                <a:solidFill>
                  <a:srgbClr val="696969"/>
                </a:solidFill>
                <a:latin typeface="Plus Jakarta Sans"/>
              </a:rPr>
              <a:t>W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ezen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 név azon 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kivül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 hogy eltér a megszokott ”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health,kcal,green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”  project nevektől 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szimbolizzálja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 hogy a mi appunk is lehet egy tájékozódási pont mint egy csillag csak itt fogyni/izom 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tomeget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lang="hu-HU" sz="1125" b="0" i="0" u="none" dirty="0" err="1">
                <a:solidFill>
                  <a:srgbClr val="696969"/>
                </a:solidFill>
                <a:latin typeface="Plus Jakarta Sans"/>
              </a:rPr>
              <a:t>épiteni</a:t>
            </a:r>
            <a:r>
              <a:rPr lang="hu-HU" sz="1125" b="0" i="0" u="none" dirty="0">
                <a:solidFill>
                  <a:srgbClr val="696969"/>
                </a:solidFill>
                <a:latin typeface="Plus Jakarta Sans"/>
              </a:rPr>
              <a:t> vágyóknak.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6200000">
            <a:off x="6266497" y="1670149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975" y="1569681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111" y="2992635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636" y="4564259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Projekt Áttekintés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Problémák és a Wezen Megoldása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904" y="1580107"/>
            <a:ext cx="16051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Szétszabdalt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Eszközök</a:t>
            </a:r>
            <a:r>
              <a:rPr lang="hu-HU" sz="1350" b="1" i="0" u="none" dirty="0">
                <a:solidFill>
                  <a:srgbClr val="1F2937"/>
                </a:solidFill>
                <a:latin typeface="Plus Jakarta Sans"/>
              </a:rPr>
              <a:t>:</a:t>
            </a:r>
            <a:endParaRPr sz="135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19425" y="1579140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piacon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lévő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appok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külön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kezelik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kalóriaszámlálást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receptgyűjteményeket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3694" y="1600306"/>
            <a:ext cx="3124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✓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Egyesített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felület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egyben</a:t>
            </a:r>
            <a:endParaRPr sz="1050" b="1" i="0" u="none" dirty="0">
              <a:solidFill>
                <a:srgbClr val="2D4A32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925" y="3016645"/>
            <a:ext cx="184326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Elszigeteltség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diéta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során</a:t>
            </a:r>
            <a:r>
              <a:rPr lang="hu-HU" sz="1350" b="1" i="0" u="none" dirty="0">
                <a:solidFill>
                  <a:srgbClr val="1F2937"/>
                </a:solidFill>
                <a:latin typeface="Plus Jakarta Sans"/>
              </a:rPr>
              <a:t>:</a:t>
            </a:r>
            <a:endParaRPr sz="135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2256" y="2896188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felhasználók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gyakran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egyedül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érik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el 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mélypontokat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veszítik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el 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motivációt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5527" y="2976742"/>
            <a:ext cx="3124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✓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Közösségi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chat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és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kommentek</a:t>
            </a:r>
            <a:endParaRPr sz="1050" b="1" i="0" u="none" dirty="0">
              <a:solidFill>
                <a:srgbClr val="2D4A32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6429" y="4527944"/>
            <a:ext cx="25678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Nehézkes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és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lassú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beviteli</a:t>
            </a:r>
            <a:r>
              <a:rPr sz="135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F2937"/>
                </a:solidFill>
                <a:latin typeface="Plus Jakarta Sans"/>
              </a:rPr>
              <a:t>folyamat</a:t>
            </a:r>
            <a:r>
              <a:rPr lang="hu-HU" sz="1350" b="1" i="0" u="none" dirty="0">
                <a:solidFill>
                  <a:srgbClr val="1F2937"/>
                </a:solidFill>
                <a:latin typeface="Plus Jakarta Sans"/>
              </a:rPr>
              <a:t>:</a:t>
            </a:r>
            <a:endParaRPr sz="135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79494" y="4478534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Bonyolult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makró-számítás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lassú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adatbevitel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akadályozza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a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napi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naplózást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6456" y="4554718"/>
            <a:ext cx="3124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✓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Valós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idejű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makrók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&amp; </a:t>
            </a:r>
            <a:r>
              <a:rPr sz="1050" b="1" i="0" u="none" dirty="0" err="1">
                <a:solidFill>
                  <a:srgbClr val="2D4A32"/>
                </a:solidFill>
                <a:latin typeface="Plus Jakarta Sans"/>
              </a:rPr>
              <a:t>gyors</a:t>
            </a:r>
            <a:r>
              <a:rPr sz="1050" b="1" i="0" u="none" dirty="0">
                <a:solidFill>
                  <a:srgbClr val="2D4A32"/>
                </a:solidFill>
                <a:latin typeface="Plus Jakarta Sans"/>
              </a:rPr>
              <a:t> UX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3B7D3896-7F9D-0B4C-6F47-49BA173532AD}"/>
              </a:ext>
            </a:extLst>
          </p:cNvPr>
          <p:cNvSpPr/>
          <p:nvPr/>
        </p:nvSpPr>
        <p:spPr>
          <a:xfrm rot="16200000">
            <a:off x="2379701" y="1690674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CB571EDF-F4F7-4C7F-9B26-1E4B0F6EF1BF}"/>
              </a:ext>
            </a:extLst>
          </p:cNvPr>
          <p:cNvSpPr/>
          <p:nvPr/>
        </p:nvSpPr>
        <p:spPr>
          <a:xfrm rot="16200000">
            <a:off x="2653839" y="3084075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885821AD-565D-1262-5752-EB06316E0CBA}"/>
              </a:ext>
            </a:extLst>
          </p:cNvPr>
          <p:cNvSpPr/>
          <p:nvPr/>
        </p:nvSpPr>
        <p:spPr>
          <a:xfrm rot="16200000" flipV="1">
            <a:off x="6493829" y="3044371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2427EC03-057A-365D-1258-23F1D9DBEB8E}"/>
              </a:ext>
            </a:extLst>
          </p:cNvPr>
          <p:cNvSpPr/>
          <p:nvPr/>
        </p:nvSpPr>
        <p:spPr>
          <a:xfrm rot="16200000">
            <a:off x="2885122" y="4655700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AB5E61E3-AC54-7CD4-2AB8-9E98ACC77F4E}"/>
              </a:ext>
            </a:extLst>
          </p:cNvPr>
          <p:cNvSpPr/>
          <p:nvPr/>
        </p:nvSpPr>
        <p:spPr>
          <a:xfrm rot="16200000">
            <a:off x="6220778" y="4612837"/>
            <a:ext cx="31432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9" y="1810971"/>
            <a:ext cx="1720850" cy="1720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Fejlesztő Csapat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4632871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A202C"/>
                </a:solidFill>
                <a:latin typeface="Plus Jakarta Sans"/>
              </a:rPr>
              <a:t>Csapattagok </a:t>
            </a:r>
            <a:r>
              <a:rPr sz="2400" b="1" i="0" u="none" dirty="0" err="1">
                <a:solidFill>
                  <a:srgbClr val="1A202C"/>
                </a:solidFill>
                <a:latin typeface="Plus Jakarta Sans"/>
              </a:rPr>
              <a:t>és</a:t>
            </a:r>
            <a:r>
              <a:rPr sz="2400" b="1" i="0" u="none" dirty="0">
                <a:solidFill>
                  <a:srgbClr val="1A202C"/>
                </a:solidFill>
                <a:latin typeface="Plus Jakarta Sans"/>
              </a:rPr>
              <a:t> </a:t>
            </a:r>
            <a:r>
              <a:rPr sz="2400" b="1" i="0" u="none" dirty="0" err="1">
                <a:latin typeface="Plus Jakarta Sans"/>
              </a:rPr>
              <a:t>Felelősségi</a:t>
            </a:r>
            <a:r>
              <a:rPr sz="2400" b="1" i="0" u="none" dirty="0">
                <a:solidFill>
                  <a:srgbClr val="1A202C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1A202C"/>
                </a:solidFill>
                <a:latin typeface="Plus Jakarta Sans"/>
              </a:rPr>
              <a:t>Területek</a:t>
            </a:r>
            <a:endParaRPr sz="2400" b="1" i="0" u="none" dirty="0">
              <a:solidFill>
                <a:srgbClr val="1A202C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55774" y="3791418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F2937"/>
                </a:solidFill>
                <a:latin typeface="Plus Jakarta Sans"/>
              </a:rPr>
              <a:t>Kiss Bendegúz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1119" y="428914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B8F71"/>
                </a:solidFill>
                <a:latin typeface="Plus Jakarta Sans"/>
              </a:rPr>
              <a:t>Manager / Front-End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6" y="4531924"/>
            <a:ext cx="3786187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Projektszervezés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, Front-end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fejlesztés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5838" y="3791419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F2937"/>
                </a:solidFill>
                <a:latin typeface="Plus Jakarta Sans"/>
              </a:rPr>
              <a:t>Nagy Máté Imre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491" y="428914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B8F71"/>
                </a:solidFill>
                <a:latin typeface="Plus Jakarta Sans"/>
              </a:rPr>
              <a:t>Product Owner /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492" y="4539951"/>
            <a:ext cx="3786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Termékvízió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,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prioritások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meghatározása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Adatbázis-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architektúra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2154" y="3793845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F2937"/>
                </a:solidFill>
                <a:latin typeface="Plus Jakarta Sans"/>
              </a:rPr>
              <a:t>Baka Erik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1334" y="4289140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B8F71"/>
                </a:solidFill>
                <a:latin typeface="Plus Jakarta Sans"/>
              </a:rPr>
              <a:t>Back-End 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1156" y="4540448"/>
            <a:ext cx="3786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Üzleti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logika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, REST API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végpontok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,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adatkezelés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és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96969"/>
                </a:solidFill>
                <a:latin typeface="Plus Jakarta Sans"/>
              </a:rPr>
              <a:t>rendszerbiztonság</a:t>
            </a:r>
            <a:r>
              <a:rPr sz="1050" b="0" i="0" u="none" dirty="0">
                <a:solidFill>
                  <a:srgbClr val="696969"/>
                </a:solidFill>
                <a:latin typeface="Plus Jakarta Sans"/>
              </a:rPr>
              <a:t>.</a:t>
            </a:r>
          </a:p>
        </p:txBody>
      </p:sp>
      <p:pic>
        <p:nvPicPr>
          <p:cNvPr id="23" name="Picture 4" descr="image.png">
            <a:extLst>
              <a:ext uri="{FF2B5EF4-FFF2-40B4-BE49-F238E27FC236}">
                <a16:creationId xmlns:a16="http://schemas.microsoft.com/office/drawing/2014/main" id="{A8AFD99E-0704-FA00-EC71-307B3C3B8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159" y="1806580"/>
            <a:ext cx="1720850" cy="1720850"/>
          </a:xfrm>
          <a:prstGeom prst="rect">
            <a:avLst/>
          </a:prstGeom>
        </p:spPr>
      </p:pic>
      <p:pic>
        <p:nvPicPr>
          <p:cNvPr id="25" name="Picture 4" descr="image.png">
            <a:extLst>
              <a:ext uri="{FF2B5EF4-FFF2-40B4-BE49-F238E27FC236}">
                <a16:creationId xmlns:a16="http://schemas.microsoft.com/office/drawing/2014/main" id="{C6558FAE-AAA8-F003-E12F-63D15942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77" y="1806580"/>
            <a:ext cx="1720850" cy="1720850"/>
          </a:xfrm>
          <a:prstGeom prst="rect">
            <a:avLst/>
          </a:prstGeom>
        </p:spPr>
      </p:pic>
      <p:sp>
        <p:nvSpPr>
          <p:cNvPr id="26" name="Szövegdoboz 25">
            <a:extLst>
              <a:ext uri="{FF2B5EF4-FFF2-40B4-BE49-F238E27FC236}">
                <a16:creationId xmlns:a16="http://schemas.microsoft.com/office/drawing/2014/main" id="{56A377B7-4057-4248-86B4-0AE931CC8811}"/>
              </a:ext>
            </a:extLst>
          </p:cNvPr>
          <p:cNvSpPr txBox="1"/>
          <p:nvPr/>
        </p:nvSpPr>
        <p:spPr>
          <a:xfrm>
            <a:off x="1416049" y="2358696"/>
            <a:ext cx="215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/>
              <a:t>KB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6AB2F436-01DE-6F60-CD1D-31DC1C83AF30}"/>
              </a:ext>
            </a:extLst>
          </p:cNvPr>
          <p:cNvSpPr txBox="1"/>
          <p:nvPr/>
        </p:nvSpPr>
        <p:spPr>
          <a:xfrm>
            <a:off x="5242471" y="2356269"/>
            <a:ext cx="61753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dirty="0"/>
              <a:t>NMI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9C70E9E9-BA8B-797B-7CF4-1C89D5993AAA}"/>
              </a:ext>
            </a:extLst>
          </p:cNvPr>
          <p:cNvSpPr txBox="1"/>
          <p:nvPr/>
        </p:nvSpPr>
        <p:spPr>
          <a:xfrm>
            <a:off x="9323388" y="2356269"/>
            <a:ext cx="7350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dirty="0"/>
              <a:t>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zövegdoboz 40">
            <a:extLst>
              <a:ext uri="{FF2B5EF4-FFF2-40B4-BE49-F238E27FC236}">
                <a16:creationId xmlns:a16="http://schemas.microsoft.com/office/drawing/2014/main" id="{AA2B6541-19C2-4C7C-7B2B-371D34790DBA}"/>
              </a:ext>
            </a:extLst>
          </p:cNvPr>
          <p:cNvSpPr txBox="1"/>
          <p:nvPr/>
        </p:nvSpPr>
        <p:spPr>
          <a:xfrm>
            <a:off x="203200" y="165100"/>
            <a:ext cx="659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Mostani Munkáink: Kiss </a:t>
            </a:r>
            <a:r>
              <a:rPr lang="hu-HU" sz="2800" b="1" dirty="0" err="1"/>
              <a:t>Bendeguz</a:t>
            </a:r>
            <a:endParaRPr lang="hu-HU" sz="2800" b="1" dirty="0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96958850-5090-A94A-018B-4008504FCA5D}"/>
              </a:ext>
            </a:extLst>
          </p:cNvPr>
          <p:cNvSpPr txBox="1"/>
          <p:nvPr/>
        </p:nvSpPr>
        <p:spPr>
          <a:xfrm>
            <a:off x="1314867" y="1153987"/>
            <a:ext cx="285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Alap Rajzok:</a:t>
            </a:r>
          </a:p>
        </p:txBody>
      </p:sp>
      <p:pic>
        <p:nvPicPr>
          <p:cNvPr id="48" name="Picture 5" descr="image.png">
            <a:extLst>
              <a:ext uri="{FF2B5EF4-FFF2-40B4-BE49-F238E27FC236}">
                <a16:creationId xmlns:a16="http://schemas.microsoft.com/office/drawing/2014/main" id="{11B0140B-0954-72A1-D96F-938D3CA0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55" y="1643459"/>
            <a:ext cx="3380981" cy="2151629"/>
          </a:xfrm>
          <a:prstGeom prst="rect">
            <a:avLst/>
          </a:prstGeom>
        </p:spPr>
      </p:pic>
      <p:pic>
        <p:nvPicPr>
          <p:cNvPr id="50" name="Picture 5" descr="image.png">
            <a:extLst>
              <a:ext uri="{FF2B5EF4-FFF2-40B4-BE49-F238E27FC236}">
                <a16:creationId xmlns:a16="http://schemas.microsoft.com/office/drawing/2014/main" id="{9BBE84FB-4A4B-BCA1-0A9E-24EC18EB9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5" y="4055972"/>
            <a:ext cx="3380981" cy="2151629"/>
          </a:xfrm>
          <a:prstGeom prst="rect">
            <a:avLst/>
          </a:prstGeom>
        </p:spPr>
      </p:pic>
      <p:sp>
        <p:nvSpPr>
          <p:cNvPr id="51" name="Szövegdoboz 50">
            <a:extLst>
              <a:ext uri="{FF2B5EF4-FFF2-40B4-BE49-F238E27FC236}">
                <a16:creationId xmlns:a16="http://schemas.microsoft.com/office/drawing/2014/main" id="{827AFEC7-F28C-4869-38F7-95F946ABA8DC}"/>
              </a:ext>
            </a:extLst>
          </p:cNvPr>
          <p:cNvSpPr txBox="1"/>
          <p:nvPr/>
        </p:nvSpPr>
        <p:spPr>
          <a:xfrm>
            <a:off x="6567055" y="1153987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Github+ideiglenes</a:t>
            </a:r>
            <a:r>
              <a:rPr lang="hu-HU" dirty="0"/>
              <a:t> </a:t>
            </a:r>
            <a:r>
              <a:rPr lang="hu-HU" dirty="0" err="1"/>
              <a:t>logo</a:t>
            </a:r>
            <a:endParaRPr lang="hu-HU" dirty="0"/>
          </a:p>
        </p:txBody>
      </p:sp>
      <p:pic>
        <p:nvPicPr>
          <p:cNvPr id="53" name="Picture 2" descr="image.png">
            <a:extLst>
              <a:ext uri="{FF2B5EF4-FFF2-40B4-BE49-F238E27FC236}">
                <a16:creationId xmlns:a16="http://schemas.microsoft.com/office/drawing/2014/main" id="{6002B1D2-264C-0FDE-1684-AA00A77A0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152" y="4558288"/>
            <a:ext cx="4953000" cy="1649313"/>
          </a:xfrm>
          <a:prstGeom prst="rect">
            <a:avLst/>
          </a:prstGeom>
        </p:spPr>
      </p:pic>
      <p:pic>
        <p:nvPicPr>
          <p:cNvPr id="57" name="Kép 56">
            <a:extLst>
              <a:ext uri="{FF2B5EF4-FFF2-40B4-BE49-F238E27FC236}">
                <a16:creationId xmlns:a16="http://schemas.microsoft.com/office/drawing/2014/main" id="{409DD869-F81F-E798-5C8A-2305F92FA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230" y="2299712"/>
            <a:ext cx="4750844" cy="10704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D2E7D4EB-E7F1-926D-46F6-48A2FE0B186E}"/>
              </a:ext>
            </a:extLst>
          </p:cNvPr>
          <p:cNvSpPr txBox="1"/>
          <p:nvPr/>
        </p:nvSpPr>
        <p:spPr>
          <a:xfrm>
            <a:off x="203200" y="165100"/>
            <a:ext cx="603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Mostani Munkáink: Nagy Máté Imre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6A46028-D66C-FD7A-190F-4513147EC3B0}"/>
              </a:ext>
            </a:extLst>
          </p:cNvPr>
          <p:cNvSpPr txBox="1"/>
          <p:nvPr/>
        </p:nvSpPr>
        <p:spPr>
          <a:xfrm>
            <a:off x="146467" y="1416573"/>
            <a:ext cx="285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Statikus alap oldalak:</a:t>
            </a:r>
          </a:p>
        </p:txBody>
      </p:sp>
      <p:sp>
        <p:nvSpPr>
          <p:cNvPr id="6" name="Nem egyenlő 5">
            <a:extLst>
              <a:ext uri="{FF2B5EF4-FFF2-40B4-BE49-F238E27FC236}">
                <a16:creationId xmlns:a16="http://schemas.microsoft.com/office/drawing/2014/main" id="{A22FC6CB-8055-6F87-48D4-0E8C540C14C9}"/>
              </a:ext>
            </a:extLst>
          </p:cNvPr>
          <p:cNvSpPr/>
          <p:nvPr/>
        </p:nvSpPr>
        <p:spPr>
          <a:xfrm>
            <a:off x="-215899" y="2521982"/>
            <a:ext cx="3073400" cy="2324100"/>
          </a:xfrm>
          <a:prstGeom prst="mathNotEqual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14B1C1A-4558-CF0D-E93F-5D7D2D0D9253}"/>
              </a:ext>
            </a:extLst>
          </p:cNvPr>
          <p:cNvSpPr txBox="1"/>
          <p:nvPr/>
        </p:nvSpPr>
        <p:spPr>
          <a:xfrm>
            <a:off x="5975350" y="1139574"/>
            <a:ext cx="327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React</a:t>
            </a:r>
            <a:r>
              <a:rPr lang="hu-HU" dirty="0"/>
              <a:t> </a:t>
            </a:r>
            <a:r>
              <a:rPr lang="hu-HU" dirty="0" err="1"/>
              <a:t>elkezdese</a:t>
            </a:r>
            <a:r>
              <a:rPr lang="hu-HU" dirty="0"/>
              <a:t>+ </a:t>
            </a:r>
            <a:r>
              <a:rPr lang="hu-HU" dirty="0" err="1"/>
              <a:t>tailwind</a:t>
            </a:r>
            <a:r>
              <a:rPr lang="hu-HU" dirty="0"/>
              <a:t> </a:t>
            </a:r>
            <a:r>
              <a:rPr lang="hu-HU" dirty="0" err="1"/>
              <a:t>css</a:t>
            </a:r>
            <a:r>
              <a:rPr lang="hu-HU" dirty="0"/>
              <a:t> </a:t>
            </a:r>
            <a:r>
              <a:rPr lang="hu-HU" dirty="0" err="1"/>
              <a:t>hozzaadasa</a:t>
            </a:r>
            <a:r>
              <a:rPr lang="hu-HU" dirty="0"/>
              <a:t>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388CFA1-6BDC-2B2F-D3B3-0D907D7F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81" y="2237159"/>
            <a:ext cx="8598319" cy="345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2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8D25176-8B2E-3316-8630-C7F4022D04E2}"/>
              </a:ext>
            </a:extLst>
          </p:cNvPr>
          <p:cNvSpPr txBox="1"/>
          <p:nvPr/>
        </p:nvSpPr>
        <p:spPr>
          <a:xfrm>
            <a:off x="203200" y="165100"/>
            <a:ext cx="566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Mostani Munkáink: Baka Erik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768514B-D2A1-03E5-D186-871CBEFBD7C0}"/>
              </a:ext>
            </a:extLst>
          </p:cNvPr>
          <p:cNvSpPr txBox="1"/>
          <p:nvPr/>
        </p:nvSpPr>
        <p:spPr>
          <a:xfrm>
            <a:off x="7455317" y="1206514"/>
            <a:ext cx="285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/>
              <a:t>Power</a:t>
            </a:r>
            <a:r>
              <a:rPr lang="hu-HU" b="1" dirty="0"/>
              <a:t> </a:t>
            </a:r>
            <a:r>
              <a:rPr lang="hu-HU" b="1" dirty="0" err="1"/>
              <a:t>Point</a:t>
            </a:r>
            <a:r>
              <a:rPr lang="hu-HU" b="1" dirty="0"/>
              <a:t>: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9BDB301-1294-E054-4E50-FFEAE1E5A68D}"/>
              </a:ext>
            </a:extLst>
          </p:cNvPr>
          <p:cNvSpPr txBox="1"/>
          <p:nvPr/>
        </p:nvSpPr>
        <p:spPr>
          <a:xfrm>
            <a:off x="1606967" y="1184024"/>
            <a:ext cx="285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/>
              <a:t>Dokumentácio</a:t>
            </a:r>
            <a:endParaRPr lang="hu-HU" b="1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F4AE0480-73EA-DD76-B38E-86D9EA0B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15" y="1899910"/>
            <a:ext cx="2856666" cy="401981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B440D719-1C5D-611C-E29A-94C273C1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907" y="2155377"/>
            <a:ext cx="5181028" cy="31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214014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3292673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44519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2010"/>
            <a:ext cx="6275337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11535"/>
            <a:ext cx="6256287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Felhasználói Felület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Napló &amp; Kalóriakövetés Nézet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237827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Ételek Naplózása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261639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Rögzített ételek adagjainak, grammjainak és kalóriáinak azonnali kijelzése.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530798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Súly- és Haladási Grafikonom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768923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Grafikus visszajelzés a testsúlyváltozásról hónapokra vagy hetekre szűrve.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68332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Napi Vízbevitel &amp; Makrók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492144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Gyors gombok a folyadékfogyasztás rögzítésére és a napi limit nyomon követésére.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221634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3368873"/>
            <a:ext cx="4468862" cy="866775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36899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2010"/>
            <a:ext cx="6275337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11535"/>
            <a:ext cx="6256287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Felhasználói Felület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Receptkereső &amp; Kedvencek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245447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Keresés &amp; Szűrés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269259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Szűrés kalória, elkészítési idő, nehézségi szint és makróarányok alapján.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606998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Adagok &amp; Kalória / Adag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845123"/>
            <a:ext cx="48403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Egyértelmű adagok és energiatartalom jelzés minden receptkártyán.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60712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Kedvenc Receptek MENTÉSE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484524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Egy kattintással elmenthető kedvencek a gyorsabb mindennapi hozzáférésért.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221634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3368873"/>
            <a:ext cx="4468862" cy="866775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368998"/>
            <a:ext cx="4468862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1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2010"/>
            <a:ext cx="6275337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11535"/>
            <a:ext cx="6256287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Felhasználói Felület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Részletes Recept Oldal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245447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Makrók / 100g Lebontás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269259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Fehérje, Zsír, Szénhidrát, Cukor és Rost adatok pontos megjelenítése.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606998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Interaktív Hozzávaló 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845123"/>
            <a:ext cx="48403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Pipálható hozzávalók a főzés kényelmes nyomon követéséhez.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607123"/>
            <a:ext cx="48403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Lájkok, Vélemények &amp; Címkék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4845248"/>
            <a:ext cx="408786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Közösségi visszajelzések, értékelések, vegán és magas fehérje címkék.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53300" y="2140148"/>
            <a:ext cx="422910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53300" y="3292673"/>
            <a:ext cx="422910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53300" y="4445198"/>
            <a:ext cx="422910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 w="9525">
            <a:solidFill>
              <a:srgbClr val="DD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2010"/>
            <a:ext cx="65151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887735"/>
            <a:ext cx="6343650" cy="3829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0680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8F71"/>
                </a:solidFill>
                <a:latin typeface="Plus Jakarta Sans"/>
              </a:rPr>
              <a:t>Tervezés &amp; Vázlatok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A202C"/>
                </a:solidFill>
                <a:latin typeface="Plus Jakarta Sans"/>
              </a:rPr>
              <a:t>Mobil Képernyő Drótvázak (UX Wireframes)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1425" y="2378273"/>
            <a:ext cx="4600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A) Napló Képernyő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1425" y="2616398"/>
            <a:ext cx="384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Napi ételkereső, módosítás/törlés gombok, vízbevitel és grafikonszűrők.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1425" y="3530798"/>
            <a:ext cx="4600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B) Social &amp; Profil Képernyő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1425" y="3768923"/>
            <a:ext cx="384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Közösségi hírfolyam, profil adatok és egyéni napi kalóriacélok beállítása.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1425" y="4683323"/>
            <a:ext cx="4600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lus Jakarta Sans"/>
              </a:rPr>
              <a:t>C) Étel Hozzáadása Nézet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1425" y="4921448"/>
            <a:ext cx="384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96969"/>
                </a:solidFill>
                <a:latin typeface="Plus Jakarta Sans"/>
              </a:rPr>
              <a:t>Pontos időpont, mennyiség beállítása, allergiás és nutri-score ikonok.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05225" y="4057650"/>
            <a:ext cx="2419350" cy="428625"/>
          </a:xfrm>
          <a:prstGeom prst="roundRect">
            <a:avLst>
              <a:gd name="adj" fmla="val 26666"/>
            </a:avLst>
          </a:prstGeom>
          <a:solidFill>
            <a:srgbClr val="232826"/>
          </a:solidFill>
          <a:ln w="9525">
            <a:solidFill>
              <a:srgbClr val="6B8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15075" y="4057650"/>
            <a:ext cx="2171700" cy="428625"/>
          </a:xfrm>
          <a:prstGeom prst="roundRect">
            <a:avLst>
              <a:gd name="adj" fmla="val 26666"/>
            </a:avLst>
          </a:prstGeom>
          <a:solidFill>
            <a:srgbClr val="232826"/>
          </a:solidFill>
          <a:ln w="9525">
            <a:solidFill>
              <a:srgbClr val="6B8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4210050"/>
            <a:ext cx="1809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210050"/>
            <a:ext cx="180975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66046" y="2371725"/>
            <a:ext cx="3059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latin typeface="Plus Jakarta Sans"/>
              </a:rPr>
              <a:t>A JÖVŐ TUDATOS KÖZÖSSÉGE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0628" y="2800350"/>
            <a:ext cx="5950743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EAEAEA"/>
                </a:solidFill>
                <a:latin typeface="Plus Jakarta Sans"/>
              </a:rPr>
              <a:t>Köszönjük a Figyelmet!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3343" y="3457575"/>
            <a:ext cx="44053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DDFBDC"/>
                </a:solidFill>
                <a:latin typeface="Plus Jakarta Sans"/>
              </a:rPr>
              <a:t>"Wezen – számolj, főzz, támogasd egymást"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4171950"/>
            <a:ext cx="25669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6E6E6"/>
                </a:solidFill>
                <a:latin typeface="Plus Jakarta Sans"/>
              </a:rPr>
              <a:t>.NET Core API &amp; ReactJS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212" y="4171950"/>
            <a:ext cx="22574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6E6E6"/>
                </a:solidFill>
                <a:latin typeface="Plus Jakarta Sans"/>
              </a:rPr>
              <a:t>Kérdések &amp; Válaszok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. egyéni sém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470</Words>
  <Application>Microsoft Office PowerPoint</Application>
  <PresentationFormat>Szélesvásznú</PresentationFormat>
  <Paragraphs>78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Plus Jakarta Sans</vt:lpstr>
      <vt:lpstr>Calibri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2</cp:revision>
  <dcterms:created xsi:type="dcterms:W3CDTF">2013-01-27T09:14:16Z</dcterms:created>
  <dcterms:modified xsi:type="dcterms:W3CDTF">2026-10-14T18:14:38Z</dcterms:modified>
  <cp:category/>
</cp:coreProperties>
</file>